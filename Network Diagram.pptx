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li Patil" userId="7183e51adb96fb83" providerId="LiveId" clId="{75F6F52D-750F-45AA-82BF-B75F694176C9}"/>
    <pc:docChg chg="addSld modSld">
      <pc:chgData name="Sayali Patil" userId="7183e51adb96fb83" providerId="LiveId" clId="{75F6F52D-750F-45AA-82BF-B75F694176C9}" dt="2026-06-07T15:00:50.239" v="27" actId="20577"/>
      <pc:docMkLst>
        <pc:docMk/>
      </pc:docMkLst>
      <pc:sldChg chg="addSp modSp new mod">
        <pc:chgData name="Sayali Patil" userId="7183e51adb96fb83" providerId="LiveId" clId="{75F6F52D-750F-45AA-82BF-B75F694176C9}" dt="2026-06-07T15:00:50.239" v="27" actId="20577"/>
        <pc:sldMkLst>
          <pc:docMk/>
          <pc:sldMk cId="3828799695" sldId="256"/>
        </pc:sldMkLst>
        <pc:spChg chg="add mod">
          <ac:chgData name="Sayali Patil" userId="7183e51adb96fb83" providerId="LiveId" clId="{75F6F52D-750F-45AA-82BF-B75F694176C9}" dt="2026-06-07T15:00:50.239" v="27" actId="20577"/>
          <ac:spMkLst>
            <pc:docMk/>
            <pc:sldMk cId="3828799695" sldId="256"/>
            <ac:spMk id="3" creationId="{66292291-A96A-2FA4-227E-38EA8D7B96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E4EC-0F7E-8375-5EF5-CF655257F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FDE79-1709-97B1-549E-98723362A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1500B-6853-17A1-E3CA-EF6855E7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15C9B-979C-5743-37FA-C8E16850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B779-A903-9B63-D5F7-43623035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0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D5D3-8044-7545-733B-3D690B5F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76E1-5EB4-8368-DD6D-62F36B21D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2D3C-4B0B-71F3-4437-D80FC31A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344B3-CF55-28F7-0F0B-68EDF3BA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2D70F-20BF-0653-8D8E-8E3EC880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6831-F72B-7D16-2A26-485CD148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12D97-CCD6-1C55-24C2-717194F96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4657A-3285-24C7-0097-D0119EE4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B7D27-5362-F43B-4A77-57B414EB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B8297-B9FC-D38E-32C6-D1BD32E4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67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897F-E7E9-46CB-08D3-3417E6D1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4C2C-4271-D65B-BE5F-786185FBE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E9E61-71C6-5EDB-5AFB-4222AAAED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9D1C0-6A88-2C8E-CE27-E5D468BB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9C68C-C86F-AD58-D20A-DC1659A8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84024-0980-8F04-6AC4-8F66FEAE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83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275C5-BA72-D66E-92D0-4FF1913EF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2636-3911-8C15-04AA-2D03DB496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D069F-B5DC-DC17-0430-A8082AAAA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28407-B77A-452D-B185-EC95D2997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5C985A-A226-592A-9F29-115553245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8ECDB7-7831-1129-94B9-C87A3761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3ED2E-B47B-1EC6-B1F3-22E0EC6D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567AA-23E2-3C42-67F4-76115C0F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03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C4AA-35DA-DA98-53E5-BB060E45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A1717-7794-0FE5-2B7B-A689DA8E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FD7B7-687B-0FD1-1BC4-10E5CF38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00E7F-882D-ACAD-D16D-32B0171B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5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6897B1-DA88-27D7-A649-1B091E56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09D4C-D61D-2E8B-D9D8-EBB372FD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BE7A3-88B0-D76C-C715-2A2788DD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23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50CB-C352-8D2F-E0B0-5724F1AD6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AA782-EDCD-B884-B60E-368445ED7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721D8-D239-6A6D-DBA6-964481303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77912-739A-F6BE-4E61-3E72C97A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05555-8B1F-945F-9B38-038677DE8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F9685-B364-94DD-F849-17A556FC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37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9D83-9563-B24A-939A-87632CEB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9958A-9E22-1676-1F6F-742586C89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01D8F-526B-D1B6-6345-167003EAB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574C8-F472-6161-DAE2-F6E3C1C1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22438-2F9F-ACB5-BE92-3033187C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4DCB9-FDBF-6D2A-2E68-8E337CC1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25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8AAA-9673-8B50-8142-89758256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82E9E-C25D-D918-039F-0DF30B731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D643C-3AD3-E72E-0E3C-DC034CEE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B4F43-FFD7-97D1-D364-2F7F843F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252AA-B1D5-7C16-15E1-AE13526B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04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13AAB-0384-4DBC-2B19-8D3ECBC7A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BDF80-F864-3EFA-501A-008F27CAA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E5C9-0F33-505A-1770-D3141948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B8870-252E-A4B7-070D-F5675B6C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D38FC-BC65-8E39-9AB5-A9038273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7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D8A1C-D287-5993-F798-D903F2AA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A973E-5EC7-329E-4705-5E209A87A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CD1D7-85A6-C6B3-CE88-B1559DC32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11567-0607-480F-9693-7D948954BFA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AA67-7BEC-DD47-0532-35BC9D94D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9029B-30D7-2855-578F-D2542A1E8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CE1AC-F4A3-48F9-B6CB-160279E011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06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292291-A96A-2FA4-227E-38EA8D7B968C}"/>
              </a:ext>
            </a:extLst>
          </p:cNvPr>
          <p:cNvSpPr txBox="1"/>
          <p:nvPr/>
        </p:nvSpPr>
        <p:spPr>
          <a:xfrm>
            <a:off x="5279923" y="189299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My Device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↓</a:t>
            </a:r>
          </a:p>
          <a:p>
            <a:r>
              <a:rPr lang="en-US" dirty="0"/>
              <a:t>Router</a:t>
            </a:r>
          </a:p>
          <a:p>
            <a:endParaRPr lang="en-US" dirty="0"/>
          </a:p>
          <a:p>
            <a:r>
              <a:rPr lang="en-US" dirty="0"/>
              <a:t>      ↓</a:t>
            </a:r>
          </a:p>
          <a:p>
            <a:r>
              <a:rPr lang="en-US" dirty="0"/>
              <a:t>DNS Server</a:t>
            </a:r>
          </a:p>
          <a:p>
            <a:endParaRPr lang="en-US" dirty="0"/>
          </a:p>
          <a:p>
            <a:r>
              <a:rPr lang="en-US" dirty="0"/>
              <a:t>      ↓</a:t>
            </a:r>
          </a:p>
          <a:p>
            <a:r>
              <a:rPr lang="en-US" dirty="0"/>
              <a:t>Google Server</a:t>
            </a:r>
          </a:p>
          <a:p>
            <a:endParaRPr lang="en-US" dirty="0"/>
          </a:p>
          <a:p>
            <a:r>
              <a:rPr lang="en-US" dirty="0"/>
              <a:t>      ↓</a:t>
            </a:r>
          </a:p>
          <a:p>
            <a:r>
              <a:rPr lang="en-US" dirty="0"/>
              <a:t>Response Back to Device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799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Patil</dc:creator>
  <cp:lastModifiedBy>Sayali Patil</cp:lastModifiedBy>
  <cp:revision>1</cp:revision>
  <dcterms:created xsi:type="dcterms:W3CDTF">2026-06-07T14:59:23Z</dcterms:created>
  <dcterms:modified xsi:type="dcterms:W3CDTF">2026-06-07T15:00:52Z</dcterms:modified>
</cp:coreProperties>
</file>